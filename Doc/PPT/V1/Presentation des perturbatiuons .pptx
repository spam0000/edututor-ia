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7E9F-787C-5093-B8F5-046BF70F3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BEC66B-1195-3868-8A73-07ADDAE1B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C20EA9-CCEF-38A4-0B10-A8B86862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9CBBAB-7FA3-ACE1-27D7-B0007CB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4C069F-D2BB-E20E-2EF6-7775DBAE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33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020DD-878F-49D5-F361-16F47184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35D61-D606-72C2-3B1C-B96D5F40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643E65-58E4-3B73-D012-EF601F91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3CAE44-0EA2-4AB9-8D08-201982EF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4735C-9112-2D4E-1B81-FE34FE72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8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77BB1-126B-D427-1DB2-3D9CEDFB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38EDAE-1643-41BC-B758-CD978835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73DFB0-BF9A-3990-814F-4565B822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209884-A222-C167-8485-523962EB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0B12E-70BC-9AFA-0FB2-847BDF5A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71237C-8417-B182-3D78-7633D907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7CA5F0-480B-5E24-5003-EB154468C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E9E624-4C2E-6263-418D-08550A436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45445F-43AB-200D-01CE-69AF4DC4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79739C-B654-6D2D-E5FB-6DE165C9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384DE6-974C-BE9B-AECE-A8787842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80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66D6A-EF50-CF4E-2960-124094C7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0BBD3D-E991-1ADD-37F3-376E63AD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E99533-9131-14EB-999E-D99840372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39B9E9-4EB1-F216-7A7C-255EB2626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C5DBD1-C2E2-11B3-29F1-DFC5CB8E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85CA9C-5AEF-25A7-DAF4-919F2E67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21E680-E794-60C9-BCEF-DE44F785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D087941-5A61-AE6C-0E69-F541AAE7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48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7712C-3132-BF77-B197-D1DD63E9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B9F5B82-65F6-11FD-3DE5-C3268F2A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E6C2B2-1BE7-9CB1-9C81-AE25999E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35BDE0-28F1-1DD2-EE20-A99AA6ED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63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11BC58-2979-109B-B19C-0DEC5009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7639EB-33D7-B3F8-A229-71DA8154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1E32C7-9D64-FBBA-ACE6-AEB49B41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55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F6DB9-2BB9-235A-DD71-1D61C0D67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F15FA-F08D-6F2A-B486-BCF8E4D2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DA03E9-C0F5-DED0-5C9F-9FF0F1AFA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AC5C4D-09C3-ECCD-F45A-393618CA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DADC84-A4C2-C4DD-F367-19CDDC3A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2DC822-8A72-A6CF-5779-DACD5652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380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4CC41-528E-7BDC-D087-5D28FC34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7C9936-04B7-64D0-298E-27E52FCC5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21D43E-2191-FB8D-3259-36EA0082E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249FF7-45D2-6D1E-2098-FF3B833D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9DC926-1060-A56F-A79A-D849B503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FCA63F-1FAE-F488-C77A-F8698063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63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2AB71B-A00E-CD0D-7078-700031BA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8A3194-1B9A-8833-D785-D2021CD2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18FF25-5601-0864-1E9D-7472BB8A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321136-8BD6-2AE0-2637-5CC608E4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37F9E-4DD1-734D-E7BF-56C4F19B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421F6C-E149-5EDD-1541-F4173613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5CBFD0-FE4F-767F-47A3-B7C520E98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9E1D8F-B06A-BAD7-70BF-957BFC20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786623-CDE7-902E-A4CF-CC012F88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BDE5-1136-7BAB-01A4-520DEB31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90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9F78F7-A863-427F-C7FA-25B72C07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AF54C0-F134-6DFE-6387-56B111D93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C0D367-2482-6290-0ABD-AD935E6ED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33C675-C919-5505-47E1-50B6AE81B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15581-CF9B-10F2-19FB-CE95BE1BA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13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J1 : </a:t>
            </a:r>
            <a:r>
              <a:rPr lang="en-US" sz="5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Arrivée</a:t>
            </a: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Mme</a:t>
            </a: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Lefèvre (</a:t>
            </a:r>
            <a:r>
              <a:rPr lang="en-US" sz="5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Produit</a:t>
            </a: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/ Scope)</a:t>
            </a:r>
            <a:endParaRPr lang="en-US" sz="5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Après avoir terminé les artefacts de cadrage (Vision Board, Personas, Backlog...), un </a:t>
            </a: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nouveau persona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 apparaît : </a:t>
            </a: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Mme Lefèvre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, une enseignante souhaitant utiliser EduTutor IA pour créer rapidement des quiz à partir de ses supports de cours.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Cette nouvelle cible remet en question les besoins identifiés le matin. L'équipe doit adapter son analyse sans repartir de zéro et revoir les priorités du produit.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Ajouter le nouveau persona.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Mettre à jour le Product Backlog.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Reprioriser les User Stories avec la méthode </a:t>
            </a: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MoSCoW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Adapter le Sprint Backlog.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 capacité à gérer l'évolution des besoins dans un projet Agile.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67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009D7-621D-0D71-ECDF-A53494ED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A9FFBE-918C-4B78-B056-F3B2B6CBF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J2 : La latence inacceptable (Technique)</a:t>
            </a:r>
            <a:endParaRPr lang="en-US" sz="5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C364C713-5D71-EF89-706C-5E01A5912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utilisateurs trouvent que la génération des quiz est trop lente. Le Product Owner demande d'améliorer les performances sans dégrader la qualité des questions générées.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L'équipe doit prendre une décision technique justifiée, basée sur des mesures objectives et non sur des impressions.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Réaliser un benchmark des modèles LLM.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Comparer les performances.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Choisir le meilleur modèle.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Justifier ce choix dans un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ADR (Architecture Decision Record)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Adapter l'application à l'aide d'un système feature flag.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prise de décision technique argumentée.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0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B5592-776A-A23B-AA82-FBE1EF86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7EF0F9-3097-9927-1B61-FF7932C69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J3 : Prompt Injection (Sécurité)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C5330570-6405-95AF-2783-1466693D5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Une faille de sécurité est découverte : un utilisateur peut intégrer des instructions cachées dans un document afin de modifier le comportement du modèle d'intelligence artificielle.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applications utilisant des LLM sont exposées aux attaques de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Prompt Injection (OWASP LLM Top 10)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 Il est donc nécessaire de renforcer la sécurité avant toute mise en production.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Identifier la vulnérabilité.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Mettre en place un patch en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4 couches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Ajouter des tests adversariaux.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Documenter les mesures de sécurité.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sécurisation d'une application utilisant un LLM.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106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1DD84-FD87-61E6-85E0-C0E54922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6C09BF-BABF-E319-3057-22010A2C4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J3-bis : Demande RGPD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EA49B55-CC10-048D-01D9-F2E478765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En pleine finalisation du MVP, un utilisateur exerce ses droits RGPD et demande l'accès à l'ensemble de ses données personnelles.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Même lorsqu'un produit est fonctionnel, il doit respecter les obligations réglementaires liées au traitement des données personnelles.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Prioriser la demande.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Préparer une réponse à un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SAR (Subject Access Request)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Mettre à jour les documents RGPD.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Vérifier la conformité de l'application.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prise en compte des exigences réglementaires dans un projet logiciel.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811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851C5-FBAC-BA3E-CA84-9749C156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25DF5C-E078-E3F0-A1BB-C34FD7D26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J4 : Le retour de Mme Lefèvre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616B9B0F-6F2D-300F-868C-5C0DBC6DB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Après avoir utilisé l'application, Mme Lefèvre remonte plusieurs problèmes et propose des améliorations. L'équipe doit gérer ce retour tout en préparant la livraison finale.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La qualité d'un produit ne dépend pas uniquement du développement, mais également de la capacité à intégrer les retours utilisateurs et à préparer les évolutions futures.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Analyser les retours.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Corriger les anomalies prioritaires.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Réaliser un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Post-Mortem blameless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Préparer les fonctionnalités de la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Release 2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(ex. RAG, amélioration du feedback utilisateur).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amélioration continue et gestion de la relation client.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0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BC1FC-6059-BD7A-E9FC-C9E7D5B8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C80E42-8EE9-7D6C-AB6F-D873278FA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Bilan des perturbations</a:t>
            </a:r>
            <a:b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Objectif global</a:t>
            </a:r>
            <a:endParaRPr lang="en-US" sz="5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11C4F25-F42D-D84F-E4E1-DA781E0CA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perturbations ont permis de reproduire les contraintes d'un véritable projet informatique :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📌 évolution des besoins métier ;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⚙️ prise de décision technique ;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🔒 sécurisation d'une IA générative ;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⚖️ conformité RGPD ;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🤝 prise en compte des retours utilisateurs.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Ce que nous avons retenu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Une planification doit rester adaptable.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décisions doivent être argumentées et documentées.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La sécurité et la conformité sont des éléments essentiels du projet.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retours utilisateurs permettent d'améliorer le produit en continu.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Cette simulation nous a permis de mettre en pratique les principes Scrum dans un contexte proche d'un projet réel.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389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Grand écran</PresentationFormat>
  <Paragraphs>69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Perturbation J1 : Arrivée de Mme Lefèvre (Produit / Scope)</vt:lpstr>
      <vt:lpstr>Perturbation J2 : La latence inacceptable (Technique)</vt:lpstr>
      <vt:lpstr>Perturbation J3 : Prompt Injection (Sécurité)</vt:lpstr>
      <vt:lpstr>Perturbation J3-bis : Demande RGPD</vt:lpstr>
      <vt:lpstr>Perturbation J4 : Le retour de Mme Lefèvre</vt:lpstr>
      <vt:lpstr>Bilan des perturbations Objectif global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Touzet</dc:creator>
  <cp:lastModifiedBy>Raphael Touzet</cp:lastModifiedBy>
  <cp:revision>1</cp:revision>
  <dcterms:created xsi:type="dcterms:W3CDTF">2026-07-02T10:03:48Z</dcterms:created>
  <dcterms:modified xsi:type="dcterms:W3CDTF">2026-07-02T10:09:06Z</dcterms:modified>
</cp:coreProperties>
</file>